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8A77D7-7EA2-485A-8F03-BC70C0413C38}" v="48" dt="2026-03-15T04:15:55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84" y="6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ana Vadathala" userId="31b76fda27e54b2f" providerId="LiveId" clId="{B969C9EB-4C52-490A-9D4E-75DEF6A3F1D0}"/>
    <pc:docChg chg="custSel addSld delSld modSld sldOrd">
      <pc:chgData name="Chandana Vadathala" userId="31b76fda27e54b2f" providerId="LiveId" clId="{B969C9EB-4C52-490A-9D4E-75DEF6A3F1D0}" dt="2026-03-15T04:17:56.762" v="590" actId="1076"/>
      <pc:docMkLst>
        <pc:docMk/>
      </pc:docMkLst>
      <pc:sldChg chg="delSp modSp del mod">
        <pc:chgData name="Chandana Vadathala" userId="31b76fda27e54b2f" providerId="LiveId" clId="{B969C9EB-4C52-490A-9D4E-75DEF6A3F1D0}" dt="2026-03-14T15:14:40.671" v="28" actId="47"/>
        <pc:sldMkLst>
          <pc:docMk/>
          <pc:sldMk cId="0" sldId="256"/>
        </pc:sldMkLst>
        <pc:spChg chg="mod">
          <ac:chgData name="Chandana Vadathala" userId="31b76fda27e54b2f" providerId="LiveId" clId="{B969C9EB-4C52-490A-9D4E-75DEF6A3F1D0}" dt="2026-03-14T15:13:17.684" v="25" actId="1076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Chandana Vadathala" userId="31b76fda27e54b2f" providerId="LiveId" clId="{B969C9EB-4C52-490A-9D4E-75DEF6A3F1D0}" dt="2026-03-14T15:13:05.328" v="23" actId="478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 ord">
        <pc:chgData name="Chandana Vadathala" userId="31b76fda27e54b2f" providerId="LiveId" clId="{B969C9EB-4C52-490A-9D4E-75DEF6A3F1D0}" dt="2026-03-14T15:25:41.951" v="237" actId="1076"/>
        <pc:sldMkLst>
          <pc:docMk/>
          <pc:sldMk cId="0" sldId="257"/>
        </pc:sldMkLst>
        <pc:spChg chg="mod">
          <ac:chgData name="Chandana Vadathala" userId="31b76fda27e54b2f" providerId="LiveId" clId="{B969C9EB-4C52-490A-9D4E-75DEF6A3F1D0}" dt="2026-03-14T15:20:53.254" v="148" actId="107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Chandana Vadathala" userId="31b76fda27e54b2f" providerId="LiveId" clId="{B969C9EB-4C52-490A-9D4E-75DEF6A3F1D0}" dt="2026-03-14T15:21:58.309" v="155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Chandana Vadathala" userId="31b76fda27e54b2f" providerId="LiveId" clId="{B969C9EB-4C52-490A-9D4E-75DEF6A3F1D0}" dt="2026-03-14T15:17:11.647" v="43" actId="478"/>
          <ac:spMkLst>
            <pc:docMk/>
            <pc:sldMk cId="0" sldId="257"/>
            <ac:spMk id="6" creationId="{3CC357B7-7936-22E5-A592-D66A3A108052}"/>
          </ac:spMkLst>
        </pc:spChg>
        <pc:spChg chg="add mod">
          <ac:chgData name="Chandana Vadathala" userId="31b76fda27e54b2f" providerId="LiveId" clId="{B969C9EB-4C52-490A-9D4E-75DEF6A3F1D0}" dt="2026-03-14T15:17:07.801" v="42"/>
          <ac:spMkLst>
            <pc:docMk/>
            <pc:sldMk cId="0" sldId="257"/>
            <ac:spMk id="7" creationId="{D46B7B3E-DFBA-1D38-F7CB-FA6544B5E070}"/>
          </ac:spMkLst>
        </pc:spChg>
        <pc:graphicFrameChg chg="add mod modGraphic">
          <ac:chgData name="Chandana Vadathala" userId="31b76fda27e54b2f" providerId="LiveId" clId="{B969C9EB-4C52-490A-9D4E-75DEF6A3F1D0}" dt="2026-03-14T15:25:41.951" v="237" actId="1076"/>
          <ac:graphicFrameMkLst>
            <pc:docMk/>
            <pc:sldMk cId="0" sldId="257"/>
            <ac:graphicFrameMk id="8" creationId="{DD7B9F99-6266-4ECD-2F09-8117576E9BB0}"/>
          </ac:graphicFrameMkLst>
        </pc:graphicFrameChg>
        <pc:picChg chg="add del mod">
          <ac:chgData name="Chandana Vadathala" userId="31b76fda27e54b2f" providerId="LiveId" clId="{B969C9EB-4C52-490A-9D4E-75DEF6A3F1D0}" dt="2026-03-14T15:14:53.971" v="31" actId="478"/>
          <ac:picMkLst>
            <pc:docMk/>
            <pc:sldMk cId="0" sldId="257"/>
            <ac:picMk id="5" creationId="{52B28F89-E961-05CB-F967-112D255835F0}"/>
          </ac:picMkLst>
        </pc:picChg>
      </pc:sldChg>
      <pc:sldChg chg="addSp modSp mod">
        <pc:chgData name="Chandana Vadathala" userId="31b76fda27e54b2f" providerId="LiveId" clId="{B969C9EB-4C52-490A-9D4E-75DEF6A3F1D0}" dt="2026-03-14T15:34:06.856" v="281" actId="20577"/>
        <pc:sldMkLst>
          <pc:docMk/>
          <pc:sldMk cId="0" sldId="258"/>
        </pc:sldMkLst>
        <pc:spChg chg="mod">
          <ac:chgData name="Chandana Vadathala" userId="31b76fda27e54b2f" providerId="LiveId" clId="{B969C9EB-4C52-490A-9D4E-75DEF6A3F1D0}" dt="2026-03-14T15:33:42.426" v="275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Chandana Vadathala" userId="31b76fda27e54b2f" providerId="LiveId" clId="{B969C9EB-4C52-490A-9D4E-75DEF6A3F1D0}" dt="2026-03-14T15:34:06.856" v="281" actId="20577"/>
          <ac:spMkLst>
            <pc:docMk/>
            <pc:sldMk cId="0" sldId="258"/>
            <ac:spMk id="3" creationId="{00000000-0000-0000-0000-000000000000}"/>
          </ac:spMkLst>
        </pc:spChg>
        <pc:spChg chg="add">
          <ac:chgData name="Chandana Vadathala" userId="31b76fda27e54b2f" providerId="LiveId" clId="{B969C9EB-4C52-490A-9D4E-75DEF6A3F1D0}" dt="2026-03-14T15:28:13.959" v="246"/>
          <ac:spMkLst>
            <pc:docMk/>
            <pc:sldMk cId="0" sldId="258"/>
            <ac:spMk id="4" creationId="{AC1CFF2C-0B6D-0AC5-8BE3-E2295B9BD2F6}"/>
          </ac:spMkLst>
        </pc:spChg>
        <pc:spChg chg="add">
          <ac:chgData name="Chandana Vadathala" userId="31b76fda27e54b2f" providerId="LiveId" clId="{B969C9EB-4C52-490A-9D4E-75DEF6A3F1D0}" dt="2026-03-14T15:28:18.320" v="248"/>
          <ac:spMkLst>
            <pc:docMk/>
            <pc:sldMk cId="0" sldId="258"/>
            <ac:spMk id="5" creationId="{D1CFA614-7B89-8810-E9EE-5EF3B19460DA}"/>
          </ac:spMkLst>
        </pc:spChg>
        <pc:spChg chg="add">
          <ac:chgData name="Chandana Vadathala" userId="31b76fda27e54b2f" providerId="LiveId" clId="{B969C9EB-4C52-490A-9D4E-75DEF6A3F1D0}" dt="2026-03-14T15:28:21.420" v="249"/>
          <ac:spMkLst>
            <pc:docMk/>
            <pc:sldMk cId="0" sldId="258"/>
            <ac:spMk id="6" creationId="{AFE202C5-786B-2B73-F785-B08E9B0345C0}"/>
          </ac:spMkLst>
        </pc:spChg>
        <pc:spChg chg="add">
          <ac:chgData name="Chandana Vadathala" userId="31b76fda27e54b2f" providerId="LiveId" clId="{B969C9EB-4C52-490A-9D4E-75DEF6A3F1D0}" dt="2026-03-14T15:28:30.726" v="250"/>
          <ac:spMkLst>
            <pc:docMk/>
            <pc:sldMk cId="0" sldId="258"/>
            <ac:spMk id="7" creationId="{19DC07DB-3D01-36B4-42F4-59F6E50FEFD4}"/>
          </ac:spMkLst>
        </pc:spChg>
        <pc:spChg chg="add">
          <ac:chgData name="Chandana Vadathala" userId="31b76fda27e54b2f" providerId="LiveId" clId="{B969C9EB-4C52-490A-9D4E-75DEF6A3F1D0}" dt="2026-03-14T15:29:00.024" v="254"/>
          <ac:spMkLst>
            <pc:docMk/>
            <pc:sldMk cId="0" sldId="258"/>
            <ac:spMk id="8" creationId="{26771662-F017-15B3-C653-F711B569D473}"/>
          </ac:spMkLst>
        </pc:spChg>
        <pc:spChg chg="add">
          <ac:chgData name="Chandana Vadathala" userId="31b76fda27e54b2f" providerId="LiveId" clId="{B969C9EB-4C52-490A-9D4E-75DEF6A3F1D0}" dt="2026-03-14T15:29:48.303" v="259"/>
          <ac:spMkLst>
            <pc:docMk/>
            <pc:sldMk cId="0" sldId="258"/>
            <ac:spMk id="9" creationId="{574D68A6-948A-4F00-C125-10F3E79DDCA8}"/>
          </ac:spMkLst>
        </pc:spChg>
      </pc:sldChg>
      <pc:sldChg chg="addSp delSp modSp mod">
        <pc:chgData name="Chandana Vadathala" userId="31b76fda27e54b2f" providerId="LiveId" clId="{B969C9EB-4C52-490A-9D4E-75DEF6A3F1D0}" dt="2026-03-15T03:40:03.613" v="299" actId="1076"/>
        <pc:sldMkLst>
          <pc:docMk/>
          <pc:sldMk cId="0" sldId="259"/>
        </pc:sldMkLst>
        <pc:spChg chg="del mod">
          <ac:chgData name="Chandana Vadathala" userId="31b76fda27e54b2f" providerId="LiveId" clId="{B969C9EB-4C52-490A-9D4E-75DEF6A3F1D0}" dt="2026-03-15T03:39:40.845" v="290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Chandana Vadathala" userId="31b76fda27e54b2f" providerId="LiveId" clId="{B969C9EB-4C52-490A-9D4E-75DEF6A3F1D0}" dt="2026-03-15T03:39:35.952" v="288"/>
          <ac:spMkLst>
            <pc:docMk/>
            <pc:sldMk cId="0" sldId="259"/>
            <ac:spMk id="3" creationId="{00000000-0000-0000-0000-000000000000}"/>
          </ac:spMkLst>
        </pc:spChg>
        <pc:picChg chg="add mod ord">
          <ac:chgData name="Chandana Vadathala" userId="31b76fda27e54b2f" providerId="LiveId" clId="{B969C9EB-4C52-490A-9D4E-75DEF6A3F1D0}" dt="2026-03-15T03:40:03.613" v="299" actId="1076"/>
          <ac:picMkLst>
            <pc:docMk/>
            <pc:sldMk cId="0" sldId="259"/>
            <ac:picMk id="5" creationId="{2C54DA26-28C9-F1C3-CA15-CAC0738DEFF4}"/>
          </ac:picMkLst>
        </pc:picChg>
      </pc:sldChg>
      <pc:sldChg chg="addSp modSp mod">
        <pc:chgData name="Chandana Vadathala" userId="31b76fda27e54b2f" providerId="LiveId" clId="{B969C9EB-4C52-490A-9D4E-75DEF6A3F1D0}" dt="2026-03-15T03:57:27.551" v="358" actId="1076"/>
        <pc:sldMkLst>
          <pc:docMk/>
          <pc:sldMk cId="0" sldId="260"/>
        </pc:sldMkLst>
        <pc:spChg chg="mod">
          <ac:chgData name="Chandana Vadathala" userId="31b76fda27e54b2f" providerId="LiveId" clId="{B969C9EB-4C52-490A-9D4E-75DEF6A3F1D0}" dt="2026-03-15T03:41:19.972" v="303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Chandana Vadathala" userId="31b76fda27e54b2f" providerId="LiveId" clId="{B969C9EB-4C52-490A-9D4E-75DEF6A3F1D0}" dt="2026-03-15T03:57:16.530" v="354" actId="1076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Chandana Vadathala" userId="31b76fda27e54b2f" providerId="LiveId" clId="{B969C9EB-4C52-490A-9D4E-75DEF6A3F1D0}" dt="2026-03-15T03:57:27.551" v="358" actId="1076"/>
          <ac:picMkLst>
            <pc:docMk/>
            <pc:sldMk cId="0" sldId="260"/>
            <ac:picMk id="5" creationId="{D082F88B-7A88-D9CA-2C7D-76F55C7CDCF6}"/>
          </ac:picMkLst>
        </pc:picChg>
      </pc:sldChg>
      <pc:sldChg chg="addSp delSp modSp mod">
        <pc:chgData name="Chandana Vadathala" userId="31b76fda27e54b2f" providerId="LiveId" clId="{B969C9EB-4C52-490A-9D4E-75DEF6A3F1D0}" dt="2026-03-15T04:00:41.471" v="406" actId="1076"/>
        <pc:sldMkLst>
          <pc:docMk/>
          <pc:sldMk cId="0" sldId="261"/>
        </pc:sldMkLst>
        <pc:spChg chg="mod">
          <ac:chgData name="Chandana Vadathala" userId="31b76fda27e54b2f" providerId="LiveId" clId="{B969C9EB-4C52-490A-9D4E-75DEF6A3F1D0}" dt="2026-03-15T03:54:07.697" v="313" actId="1076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Chandana Vadathala" userId="31b76fda27e54b2f" providerId="LiveId" clId="{B969C9EB-4C52-490A-9D4E-75DEF6A3F1D0}" dt="2026-03-15T03:53:45.077" v="308"/>
          <ac:spMkLst>
            <pc:docMk/>
            <pc:sldMk cId="0" sldId="261"/>
            <ac:spMk id="3" creationId="{00000000-0000-0000-0000-000000000000}"/>
          </ac:spMkLst>
        </pc:spChg>
        <pc:picChg chg="add mod ord">
          <ac:chgData name="Chandana Vadathala" userId="31b76fda27e54b2f" providerId="LiveId" clId="{B969C9EB-4C52-490A-9D4E-75DEF6A3F1D0}" dt="2026-03-15T04:00:41.471" v="406" actId="1076"/>
          <ac:picMkLst>
            <pc:docMk/>
            <pc:sldMk cId="0" sldId="261"/>
            <ac:picMk id="5" creationId="{85CBCC29-E8E8-D03A-4567-265E7CDEE9BA}"/>
          </ac:picMkLst>
        </pc:picChg>
        <pc:picChg chg="add mod modCrop">
          <ac:chgData name="Chandana Vadathala" userId="31b76fda27e54b2f" providerId="LiveId" clId="{B969C9EB-4C52-490A-9D4E-75DEF6A3F1D0}" dt="2026-03-15T04:00:34.005" v="403" actId="14100"/>
          <ac:picMkLst>
            <pc:docMk/>
            <pc:sldMk cId="0" sldId="261"/>
            <ac:picMk id="7" creationId="{ADE20D1F-137A-5B3F-0BE5-2907C046BF1F}"/>
          </ac:picMkLst>
        </pc:picChg>
        <pc:picChg chg="add mod">
          <ac:chgData name="Chandana Vadathala" userId="31b76fda27e54b2f" providerId="LiveId" clId="{B969C9EB-4C52-490A-9D4E-75DEF6A3F1D0}" dt="2026-03-15T04:00:36.830" v="404" actId="1076"/>
          <ac:picMkLst>
            <pc:docMk/>
            <pc:sldMk cId="0" sldId="261"/>
            <ac:picMk id="9" creationId="{0E920D4B-D7A8-1EBC-F449-6F92D787BFA5}"/>
          </ac:picMkLst>
        </pc:picChg>
        <pc:picChg chg="add del mod modCrop">
          <ac:chgData name="Chandana Vadathala" userId="31b76fda27e54b2f" providerId="LiveId" clId="{B969C9EB-4C52-490A-9D4E-75DEF6A3F1D0}" dt="2026-03-15T04:00:19.522" v="396" actId="478"/>
          <ac:picMkLst>
            <pc:docMk/>
            <pc:sldMk cId="0" sldId="261"/>
            <ac:picMk id="11" creationId="{7B1DA334-77AB-18B0-44A8-A1D4811B9CE0}"/>
          </ac:picMkLst>
        </pc:picChg>
      </pc:sldChg>
      <pc:sldChg chg="addSp delSp modSp mod">
        <pc:chgData name="Chandana Vadathala" userId="31b76fda27e54b2f" providerId="LiveId" clId="{B969C9EB-4C52-490A-9D4E-75DEF6A3F1D0}" dt="2026-03-15T04:11:41.741" v="547" actId="1076"/>
        <pc:sldMkLst>
          <pc:docMk/>
          <pc:sldMk cId="0" sldId="262"/>
        </pc:sldMkLst>
        <pc:spChg chg="mod">
          <ac:chgData name="Chandana Vadathala" userId="31b76fda27e54b2f" providerId="LiveId" clId="{B969C9EB-4C52-490A-9D4E-75DEF6A3F1D0}" dt="2026-03-15T04:11:00.292" v="540" actId="107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Chandana Vadathala" userId="31b76fda27e54b2f" providerId="LiveId" clId="{B969C9EB-4C52-490A-9D4E-75DEF6A3F1D0}" dt="2026-03-15T04:11:26.425" v="542"/>
          <ac:spMkLst>
            <pc:docMk/>
            <pc:sldMk cId="0" sldId="262"/>
            <ac:spMk id="3" creationId="{00000000-0000-0000-0000-000000000000}"/>
          </ac:spMkLst>
        </pc:spChg>
        <pc:graphicFrameChg chg="add mod modGraphic">
          <ac:chgData name="Chandana Vadathala" userId="31b76fda27e54b2f" providerId="LiveId" clId="{B969C9EB-4C52-490A-9D4E-75DEF6A3F1D0}" dt="2026-03-15T04:11:41.741" v="547" actId="1076"/>
          <ac:graphicFrameMkLst>
            <pc:docMk/>
            <pc:sldMk cId="0" sldId="262"/>
            <ac:graphicFrameMk id="4" creationId="{1FBDFDA3-C879-25D1-46A5-83775C204D35}"/>
          </ac:graphicFrameMkLst>
        </pc:graphicFrameChg>
      </pc:sldChg>
      <pc:sldChg chg="addSp delSp modSp mod">
        <pc:chgData name="Chandana Vadathala" userId="31b76fda27e54b2f" providerId="LiveId" clId="{B969C9EB-4C52-490A-9D4E-75DEF6A3F1D0}" dt="2026-03-15T04:14:48.996" v="563" actId="14100"/>
        <pc:sldMkLst>
          <pc:docMk/>
          <pc:sldMk cId="0" sldId="263"/>
        </pc:sldMkLst>
        <pc:spChg chg="del mod">
          <ac:chgData name="Chandana Vadathala" userId="31b76fda27e54b2f" providerId="LiveId" clId="{B969C9EB-4C52-490A-9D4E-75DEF6A3F1D0}" dt="2026-03-15T04:14:26.552" v="556" actId="478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Chandana Vadathala" userId="31b76fda27e54b2f" providerId="LiveId" clId="{B969C9EB-4C52-490A-9D4E-75DEF6A3F1D0}" dt="2026-03-15T04:13:59.662" v="549" actId="22"/>
          <ac:spMkLst>
            <pc:docMk/>
            <pc:sldMk cId="0" sldId="263"/>
            <ac:spMk id="3" creationId="{00000000-0000-0000-0000-000000000000}"/>
          </ac:spMkLst>
        </pc:spChg>
        <pc:spChg chg="add del mod">
          <ac:chgData name="Chandana Vadathala" userId="31b76fda27e54b2f" providerId="LiveId" clId="{B969C9EB-4C52-490A-9D4E-75DEF6A3F1D0}" dt="2026-03-15T04:14:08.815" v="552" actId="22"/>
          <ac:spMkLst>
            <pc:docMk/>
            <pc:sldMk cId="0" sldId="263"/>
            <ac:spMk id="7" creationId="{38B9324F-FFCD-38BA-5C39-DF3AE6A95A39}"/>
          </ac:spMkLst>
        </pc:spChg>
        <pc:spChg chg="add mod">
          <ac:chgData name="Chandana Vadathala" userId="31b76fda27e54b2f" providerId="LiveId" clId="{B969C9EB-4C52-490A-9D4E-75DEF6A3F1D0}" dt="2026-03-15T04:14:48.996" v="563" actId="14100"/>
          <ac:spMkLst>
            <pc:docMk/>
            <pc:sldMk cId="0" sldId="263"/>
            <ac:spMk id="11" creationId="{02B9F8A1-02D0-0AFD-F110-0A22A7BEC88D}"/>
          </ac:spMkLst>
        </pc:spChg>
        <pc:picChg chg="add del mod ord">
          <ac:chgData name="Chandana Vadathala" userId="31b76fda27e54b2f" providerId="LiveId" clId="{B969C9EB-4C52-490A-9D4E-75DEF6A3F1D0}" dt="2026-03-15T04:14:03.431" v="550" actId="478"/>
          <ac:picMkLst>
            <pc:docMk/>
            <pc:sldMk cId="0" sldId="263"/>
            <ac:picMk id="5" creationId="{01DF53D0-5B36-D991-BDC4-B30AA9E68635}"/>
          </ac:picMkLst>
        </pc:picChg>
        <pc:picChg chg="add del mod ord">
          <ac:chgData name="Chandana Vadathala" userId="31b76fda27e54b2f" providerId="LiveId" clId="{B969C9EB-4C52-490A-9D4E-75DEF6A3F1D0}" dt="2026-03-15T04:14:16.675" v="553" actId="478"/>
          <ac:picMkLst>
            <pc:docMk/>
            <pc:sldMk cId="0" sldId="263"/>
            <ac:picMk id="9" creationId="{2E7A4DD4-7332-71C7-06B4-7C7BC942E772}"/>
          </ac:picMkLst>
        </pc:picChg>
      </pc:sldChg>
      <pc:sldChg chg="addSp delSp modSp mod">
        <pc:chgData name="Chandana Vadathala" userId="31b76fda27e54b2f" providerId="LiveId" clId="{B969C9EB-4C52-490A-9D4E-75DEF6A3F1D0}" dt="2026-03-15T04:17:56.762" v="590" actId="1076"/>
        <pc:sldMkLst>
          <pc:docMk/>
          <pc:sldMk cId="0" sldId="264"/>
        </pc:sldMkLst>
        <pc:spChg chg="mod">
          <ac:chgData name="Chandana Vadathala" userId="31b76fda27e54b2f" providerId="LiveId" clId="{B969C9EB-4C52-490A-9D4E-75DEF6A3F1D0}" dt="2026-03-15T04:17:08.340" v="583" actId="14100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Chandana Vadathala" userId="31b76fda27e54b2f" providerId="LiveId" clId="{B969C9EB-4C52-490A-9D4E-75DEF6A3F1D0}" dt="2026-03-15T04:15:55.762" v="572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Chandana Vadathala" userId="31b76fda27e54b2f" providerId="LiveId" clId="{B969C9EB-4C52-490A-9D4E-75DEF6A3F1D0}" dt="2026-03-15T04:17:53.546" v="589" actId="14100"/>
          <ac:spMkLst>
            <pc:docMk/>
            <pc:sldMk cId="0" sldId="264"/>
            <ac:spMk id="6" creationId="{3EA00560-3157-522B-4394-E8665F3114AB}"/>
          </ac:spMkLst>
        </pc:spChg>
        <pc:picChg chg="add mod">
          <ac:chgData name="Chandana Vadathala" userId="31b76fda27e54b2f" providerId="LiveId" clId="{B969C9EB-4C52-490A-9D4E-75DEF6A3F1D0}" dt="2026-03-15T04:17:56.762" v="590" actId="1076"/>
          <ac:picMkLst>
            <pc:docMk/>
            <pc:sldMk cId="0" sldId="264"/>
            <ac:picMk id="4" creationId="{8568CB37-ABF4-FD5D-821F-A435DEC9AF33}"/>
          </ac:picMkLst>
        </pc:picChg>
      </pc:sldChg>
      <pc:sldChg chg="addSp delSp modSp new mod ord">
        <pc:chgData name="Chandana Vadathala" userId="31b76fda27e54b2f" providerId="LiveId" clId="{B969C9EB-4C52-490A-9D4E-75DEF6A3F1D0}" dt="2026-03-14T15:18:46.433" v="64" actId="14100"/>
        <pc:sldMkLst>
          <pc:docMk/>
          <pc:sldMk cId="605667673" sldId="265"/>
        </pc:sldMkLst>
        <pc:spChg chg="del">
          <ac:chgData name="Chandana Vadathala" userId="31b76fda27e54b2f" providerId="LiveId" clId="{B969C9EB-4C52-490A-9D4E-75DEF6A3F1D0}" dt="2026-03-14T15:18:10.883" v="49" actId="478"/>
          <ac:spMkLst>
            <pc:docMk/>
            <pc:sldMk cId="605667673" sldId="265"/>
            <ac:spMk id="2" creationId="{94531CCF-CB2D-726D-DD9A-67F8B7E58516}"/>
          </ac:spMkLst>
        </pc:spChg>
        <pc:spChg chg="del">
          <ac:chgData name="Chandana Vadathala" userId="31b76fda27e54b2f" providerId="LiveId" clId="{B969C9EB-4C52-490A-9D4E-75DEF6A3F1D0}" dt="2026-03-14T15:18:07.385" v="48"/>
          <ac:spMkLst>
            <pc:docMk/>
            <pc:sldMk cId="605667673" sldId="265"/>
            <ac:spMk id="3" creationId="{2407619B-F6D1-7B5E-12DD-FE2AC56A5433}"/>
          </ac:spMkLst>
        </pc:spChg>
        <pc:picChg chg="add mod ord">
          <ac:chgData name="Chandana Vadathala" userId="31b76fda27e54b2f" providerId="LiveId" clId="{B969C9EB-4C52-490A-9D4E-75DEF6A3F1D0}" dt="2026-03-14T15:18:46.433" v="64" actId="14100"/>
          <ac:picMkLst>
            <pc:docMk/>
            <pc:sldMk cId="605667673" sldId="265"/>
            <ac:picMk id="5" creationId="{84A1CBDE-8663-32A2-F41C-49D820441406}"/>
          </ac:picMkLst>
        </pc:picChg>
      </pc:sldChg>
      <pc:sldChg chg="addSp delSp modSp new del mod">
        <pc:chgData name="Chandana Vadathala" userId="31b76fda27e54b2f" providerId="LiveId" clId="{B969C9EB-4C52-490A-9D4E-75DEF6A3F1D0}" dt="2026-03-14T15:16:54.129" v="40" actId="47"/>
        <pc:sldMkLst>
          <pc:docMk/>
          <pc:sldMk cId="4225787511" sldId="265"/>
        </pc:sldMkLst>
        <pc:picChg chg="add del mod">
          <ac:chgData name="Chandana Vadathala" userId="31b76fda27e54b2f" providerId="LiveId" clId="{B969C9EB-4C52-490A-9D4E-75DEF6A3F1D0}" dt="2026-03-14T15:15:15.257" v="39" actId="478"/>
          <ac:picMkLst>
            <pc:docMk/>
            <pc:sldMk cId="4225787511" sldId="265"/>
            <ac:picMk id="5" creationId="{714BF679-3315-B34F-F00A-073CF05AF1C1}"/>
          </ac:picMkLst>
        </pc:picChg>
      </pc:sldChg>
      <pc:sldChg chg="addSp delSp modSp new mod">
        <pc:chgData name="Chandana Vadathala" userId="31b76fda27e54b2f" providerId="LiveId" clId="{B969C9EB-4C52-490A-9D4E-75DEF6A3F1D0}" dt="2026-03-15T04:02:41.189" v="435" actId="1076"/>
        <pc:sldMkLst>
          <pc:docMk/>
          <pc:sldMk cId="2084342520" sldId="266"/>
        </pc:sldMkLst>
        <pc:spChg chg="del mod">
          <ac:chgData name="Chandana Vadathala" userId="31b76fda27e54b2f" providerId="LiveId" clId="{B969C9EB-4C52-490A-9D4E-75DEF6A3F1D0}" dt="2026-03-15T04:00:11.830" v="393" actId="478"/>
          <ac:spMkLst>
            <pc:docMk/>
            <pc:sldMk cId="2084342520" sldId="266"/>
            <ac:spMk id="2" creationId="{1875FC1C-B806-9296-4704-3D8A8261D4B5}"/>
          </ac:spMkLst>
        </pc:spChg>
        <pc:spChg chg="del">
          <ac:chgData name="Chandana Vadathala" userId="31b76fda27e54b2f" providerId="LiveId" clId="{B969C9EB-4C52-490A-9D4E-75DEF6A3F1D0}" dt="2026-03-15T04:00:09.042" v="391" actId="478"/>
          <ac:spMkLst>
            <pc:docMk/>
            <pc:sldMk cId="2084342520" sldId="266"/>
            <ac:spMk id="3" creationId="{2A8E8E89-FE34-5A60-85E1-C7CAD021F90D}"/>
          </ac:spMkLst>
        </pc:spChg>
        <pc:picChg chg="add mod">
          <ac:chgData name="Chandana Vadathala" userId="31b76fda27e54b2f" providerId="LiveId" clId="{B969C9EB-4C52-490A-9D4E-75DEF6A3F1D0}" dt="2026-03-15T04:02:35.862" v="433" actId="1076"/>
          <ac:picMkLst>
            <pc:docMk/>
            <pc:sldMk cId="2084342520" sldId="266"/>
            <ac:picMk id="4" creationId="{1B1B5D15-E7A8-9714-F237-9E46B5766BE2}"/>
          </ac:picMkLst>
        </pc:picChg>
        <pc:picChg chg="add mod modCrop">
          <ac:chgData name="Chandana Vadathala" userId="31b76fda27e54b2f" providerId="LiveId" clId="{B969C9EB-4C52-490A-9D4E-75DEF6A3F1D0}" dt="2026-03-15T04:02:41.189" v="435" actId="1076"/>
          <ac:picMkLst>
            <pc:docMk/>
            <pc:sldMk cId="2084342520" sldId="266"/>
            <ac:picMk id="6" creationId="{A800A6AB-8F17-4542-3E9C-2E8B91011554}"/>
          </ac:picMkLst>
        </pc:picChg>
        <pc:picChg chg="add mod">
          <ac:chgData name="Chandana Vadathala" userId="31b76fda27e54b2f" providerId="LiveId" clId="{B969C9EB-4C52-490A-9D4E-75DEF6A3F1D0}" dt="2026-03-15T04:02:38.963" v="434" actId="1076"/>
          <ac:picMkLst>
            <pc:docMk/>
            <pc:sldMk cId="2084342520" sldId="266"/>
            <ac:picMk id="8" creationId="{048E3DAB-4247-30B3-C3CD-BF386999CA90}"/>
          </ac:picMkLst>
        </pc:picChg>
      </pc:sldChg>
      <pc:sldChg chg="addSp delSp modSp new mod">
        <pc:chgData name="Chandana Vadathala" userId="31b76fda27e54b2f" providerId="LiveId" clId="{B969C9EB-4C52-490A-9D4E-75DEF6A3F1D0}" dt="2026-03-15T04:08:12.918" v="505" actId="1076"/>
        <pc:sldMkLst>
          <pc:docMk/>
          <pc:sldMk cId="3870948444" sldId="267"/>
        </pc:sldMkLst>
        <pc:spChg chg="del">
          <ac:chgData name="Chandana Vadathala" userId="31b76fda27e54b2f" providerId="LiveId" clId="{B969C9EB-4C52-490A-9D4E-75DEF6A3F1D0}" dt="2026-03-15T04:03:12.080" v="438" actId="478"/>
          <ac:spMkLst>
            <pc:docMk/>
            <pc:sldMk cId="3870948444" sldId="267"/>
            <ac:spMk id="2" creationId="{C23514D9-D653-094F-12AD-A5CF51580737}"/>
          </ac:spMkLst>
        </pc:spChg>
        <pc:spChg chg="del">
          <ac:chgData name="Chandana Vadathala" userId="31b76fda27e54b2f" providerId="LiveId" clId="{B969C9EB-4C52-490A-9D4E-75DEF6A3F1D0}" dt="2026-03-15T04:03:10.510" v="437" actId="478"/>
          <ac:spMkLst>
            <pc:docMk/>
            <pc:sldMk cId="3870948444" sldId="267"/>
            <ac:spMk id="3" creationId="{C03460AD-D235-4222-DBEB-C992E338D089}"/>
          </ac:spMkLst>
        </pc:spChg>
        <pc:picChg chg="add mod modCrop">
          <ac:chgData name="Chandana Vadathala" userId="31b76fda27e54b2f" providerId="LiveId" clId="{B969C9EB-4C52-490A-9D4E-75DEF6A3F1D0}" dt="2026-03-15T04:08:10.276" v="504" actId="14100"/>
          <ac:picMkLst>
            <pc:docMk/>
            <pc:sldMk cId="3870948444" sldId="267"/>
            <ac:picMk id="5" creationId="{28931FF3-0C37-2288-B04A-6A2C5E55199D}"/>
          </ac:picMkLst>
        </pc:picChg>
        <pc:picChg chg="add mod modCrop">
          <ac:chgData name="Chandana Vadathala" userId="31b76fda27e54b2f" providerId="LiveId" clId="{B969C9EB-4C52-490A-9D4E-75DEF6A3F1D0}" dt="2026-03-15T04:08:12.918" v="505" actId="1076"/>
          <ac:picMkLst>
            <pc:docMk/>
            <pc:sldMk cId="3870948444" sldId="267"/>
            <ac:picMk id="7" creationId="{1D74968B-BC1D-3A27-CBDE-82478EB65093}"/>
          </ac:picMkLst>
        </pc:picChg>
        <pc:picChg chg="add del mod">
          <ac:chgData name="Chandana Vadathala" userId="31b76fda27e54b2f" providerId="LiveId" clId="{B969C9EB-4C52-490A-9D4E-75DEF6A3F1D0}" dt="2026-03-15T04:06:25.596" v="472" actId="478"/>
          <ac:picMkLst>
            <pc:docMk/>
            <pc:sldMk cId="3870948444" sldId="267"/>
            <ac:picMk id="9" creationId="{CE0F8B32-9AE3-2D68-6E05-04B474E8E64C}"/>
          </ac:picMkLst>
        </pc:picChg>
        <pc:picChg chg="add mod modCrop">
          <ac:chgData name="Chandana Vadathala" userId="31b76fda27e54b2f" providerId="LiveId" clId="{B969C9EB-4C52-490A-9D4E-75DEF6A3F1D0}" dt="2026-03-15T04:08:01.050" v="500" actId="1076"/>
          <ac:picMkLst>
            <pc:docMk/>
            <pc:sldMk cId="3870948444" sldId="267"/>
            <ac:picMk id="11" creationId="{74230B4E-9AE6-B3CF-0E22-75B93499B250}"/>
          </ac:picMkLst>
        </pc:picChg>
      </pc:sldChg>
      <pc:sldChg chg="addSp delSp modSp new mod">
        <pc:chgData name="Chandana Vadathala" userId="31b76fda27e54b2f" providerId="LiveId" clId="{B969C9EB-4C52-490A-9D4E-75DEF6A3F1D0}" dt="2026-03-15T04:09:46.956" v="534" actId="14100"/>
        <pc:sldMkLst>
          <pc:docMk/>
          <pc:sldMk cId="385905658" sldId="268"/>
        </pc:sldMkLst>
        <pc:spChg chg="del">
          <ac:chgData name="Chandana Vadathala" userId="31b76fda27e54b2f" providerId="LiveId" clId="{B969C9EB-4C52-490A-9D4E-75DEF6A3F1D0}" dt="2026-03-15T04:06:08.164" v="468" actId="478"/>
          <ac:spMkLst>
            <pc:docMk/>
            <pc:sldMk cId="385905658" sldId="268"/>
            <ac:spMk id="2" creationId="{D285776D-236B-EFC2-2DF2-4AEC4B12F0C2}"/>
          </ac:spMkLst>
        </pc:spChg>
        <pc:spChg chg="del">
          <ac:chgData name="Chandana Vadathala" userId="31b76fda27e54b2f" providerId="LiveId" clId="{B969C9EB-4C52-490A-9D4E-75DEF6A3F1D0}" dt="2026-03-15T04:06:06.484" v="467" actId="478"/>
          <ac:spMkLst>
            <pc:docMk/>
            <pc:sldMk cId="385905658" sldId="268"/>
            <ac:spMk id="3" creationId="{480E1356-7D8D-A57C-E98B-6F69A5CC1E69}"/>
          </ac:spMkLst>
        </pc:spChg>
        <pc:picChg chg="add mod">
          <ac:chgData name="Chandana Vadathala" userId="31b76fda27e54b2f" providerId="LiveId" clId="{B969C9EB-4C52-490A-9D4E-75DEF6A3F1D0}" dt="2026-03-15T04:09:46.956" v="534" actId="14100"/>
          <ac:picMkLst>
            <pc:docMk/>
            <pc:sldMk cId="385905658" sldId="268"/>
            <ac:picMk id="4" creationId="{197EA516-8D66-799B-38C4-50A5AC539AF4}"/>
          </ac:picMkLst>
        </pc:picChg>
        <pc:picChg chg="add mod modCrop">
          <ac:chgData name="Chandana Vadathala" userId="31b76fda27e54b2f" providerId="LiveId" clId="{B969C9EB-4C52-490A-9D4E-75DEF6A3F1D0}" dt="2026-03-15T04:09:43.643" v="533" actId="14100"/>
          <ac:picMkLst>
            <pc:docMk/>
            <pc:sldMk cId="385905658" sldId="268"/>
            <ac:picMk id="6" creationId="{664AF1A9-D23A-F025-8BA7-C014698ADD1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617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4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5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40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82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1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26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2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5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8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60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49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55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29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40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97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0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63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A1CBDE-8663-32A2-F41C-49D820441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714" y="-141513"/>
            <a:ext cx="9209315" cy="687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667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647" y="76200"/>
            <a:ext cx="7704667" cy="1981200"/>
          </a:xfrm>
        </p:spPr>
        <p:txBody>
          <a:bodyPr/>
          <a:lstStyle/>
          <a:p>
            <a:r>
              <a:rPr lang="en-IN" b="1" dirty="0"/>
              <a:t>Meet the Team</a:t>
            </a:r>
            <a:endParaRPr b="1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D7B9F99-6266-4ECD-2F09-8117576E9B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9733196"/>
              </p:ext>
            </p:extLst>
          </p:nvPr>
        </p:nvGraphicFramePr>
        <p:xfrm>
          <a:off x="1436914" y="1698170"/>
          <a:ext cx="7304316" cy="4071260"/>
        </p:xfrm>
        <a:graphic>
          <a:graphicData uri="http://schemas.openxmlformats.org/drawingml/2006/table">
            <a:tbl>
              <a:tblPr/>
              <a:tblGrid>
                <a:gridCol w="2434772">
                  <a:extLst>
                    <a:ext uri="{9D8B030D-6E8A-4147-A177-3AD203B41FA5}">
                      <a16:colId xmlns:a16="http://schemas.microsoft.com/office/drawing/2014/main" val="610104185"/>
                    </a:ext>
                  </a:extLst>
                </a:gridCol>
                <a:gridCol w="2420257">
                  <a:extLst>
                    <a:ext uri="{9D8B030D-6E8A-4147-A177-3AD203B41FA5}">
                      <a16:colId xmlns:a16="http://schemas.microsoft.com/office/drawing/2014/main" val="3914381819"/>
                    </a:ext>
                  </a:extLst>
                </a:gridCol>
                <a:gridCol w="2449287">
                  <a:extLst>
                    <a:ext uri="{9D8B030D-6E8A-4147-A177-3AD203B41FA5}">
                      <a16:colId xmlns:a16="http://schemas.microsoft.com/office/drawing/2014/main" val="2574651420"/>
                    </a:ext>
                  </a:extLst>
                </a:gridCol>
              </a:tblGrid>
              <a:tr h="8142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Name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Role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Core Tech / Focus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834371"/>
                  </a:ext>
                </a:extLst>
              </a:tr>
              <a:tr h="8142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Vadathala Chandana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Frontend Lead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React.js, Tailwind CSS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504554"/>
                  </a:ext>
                </a:extLst>
              </a:tr>
              <a:tr h="8142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Tavishi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Backend Developer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Admin Dashboard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028582"/>
                  </a:ext>
                </a:extLst>
              </a:tr>
              <a:tr h="8142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/>
                        <a:t>Shekhar Shelke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Backend Developer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Owner Dashboard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904572"/>
                  </a:ext>
                </a:extLst>
              </a:tr>
              <a:tr h="8142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Cherukuri Puneeth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Backend Developer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User Dashboard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962777"/>
                  </a:ext>
                </a:extLst>
              </a:tr>
            </a:tbl>
          </a:graphicData>
        </a:graphic>
      </p:graphicFrame>
      <p:sp>
        <p:nvSpPr>
          <p:cNvPr id="7" name="AutoShape 4">
            <a:extLst>
              <a:ext uri="{FF2B5EF4-FFF2-40B4-BE49-F238E27FC236}">
                <a16:creationId xmlns:a16="http://schemas.microsoft.com/office/drawing/2014/main" id="{D46B7B3E-DFBA-1D38-F7CB-FA6544B5E0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674913"/>
            <a:ext cx="7704667" cy="2264228"/>
          </a:xfrm>
        </p:spPr>
        <p:txBody>
          <a:bodyPr/>
          <a:lstStyle/>
          <a:p>
            <a:r>
              <a:rPr lang="en-IN" b="1" dirty="0"/>
              <a:t>The Mission of ParkZen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729343"/>
            <a:ext cx="7239000" cy="5270473"/>
          </a:xfrm>
        </p:spPr>
        <p:txBody>
          <a:bodyPr>
            <a:normAutofit/>
          </a:bodyPr>
          <a:lstStyle/>
          <a:p>
            <a:r>
              <a:rPr lang="en-US" sz="2000" b="1" dirty="0"/>
              <a:t>Maximize Efficiency:</a:t>
            </a:r>
            <a:r>
              <a:rPr lang="en-US" sz="2000" dirty="0"/>
              <a:t> Drastically reduce the time drivers spend searching for spots through precision tracking</a:t>
            </a:r>
          </a:p>
          <a:p>
            <a:r>
              <a:rPr lang="en-US" sz="2000" b="1" dirty="0"/>
              <a:t>Live Visibility:</a:t>
            </a:r>
            <a:r>
              <a:rPr lang="en-US" sz="2000" dirty="0"/>
              <a:t> Deliver 100% accurate, real-time data on parking availability to eliminate guesswork.</a:t>
            </a:r>
          </a:p>
          <a:p>
            <a:r>
              <a:rPr lang="en-US" sz="2000" b="1" dirty="0"/>
              <a:t>Seamless Transactions:</a:t>
            </a:r>
            <a:r>
              <a:rPr lang="en-US" sz="2000" dirty="0"/>
              <a:t> Integrated secure booking and automated payments for a "one-tap" user experience.</a:t>
            </a:r>
          </a:p>
          <a:p>
            <a:r>
              <a:rPr lang="en-US" sz="2000" b="1" dirty="0"/>
              <a:t>Operational Intelligence:</a:t>
            </a:r>
            <a:r>
              <a:rPr lang="en-US" sz="2000" dirty="0"/>
              <a:t> Empower lot owners with data-driven tools to optimize space and revenue.</a:t>
            </a:r>
          </a:p>
          <a:p>
            <a:r>
              <a:rPr lang="en-US" sz="2000" b="1" dirty="0"/>
              <a:t>Urban Sustainability:</a:t>
            </a:r>
            <a:r>
              <a:rPr lang="en-US" sz="2000" dirty="0"/>
              <a:t> Help decrease city traffic congestion and carbon emissions by streamlining vehicle 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54DA26-28C9-F1C3-CA15-CAC0738DE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971" y="206828"/>
            <a:ext cx="8501743" cy="64443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504497"/>
            <a:ext cx="7704667" cy="1923394"/>
          </a:xfrm>
        </p:spPr>
        <p:txBody>
          <a:bodyPr/>
          <a:lstStyle/>
          <a:p>
            <a:r>
              <a:rPr lang="en-IN" b="1" dirty="0"/>
              <a:t>Our Technology Stack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3792" y="1418897"/>
            <a:ext cx="3394549" cy="4406462"/>
          </a:xfrm>
        </p:spPr>
        <p:txBody>
          <a:bodyPr>
            <a:normAutofit/>
          </a:bodyPr>
          <a:lstStyle/>
          <a:p>
            <a:r>
              <a:rPr dirty="0"/>
              <a:t>Frontend: React.js, Tailwind CSS</a:t>
            </a:r>
          </a:p>
          <a:p>
            <a:r>
              <a:rPr dirty="0"/>
              <a:t>Backend: Spring Boot</a:t>
            </a:r>
          </a:p>
          <a:p>
            <a:r>
              <a:rPr dirty="0"/>
              <a:t>Database: MySQL</a:t>
            </a:r>
          </a:p>
          <a:p>
            <a:r>
              <a:rPr dirty="0"/>
              <a:t>Maps: Google Maps API</a:t>
            </a:r>
          </a:p>
          <a:p>
            <a:r>
              <a:rPr dirty="0"/>
              <a:t>Cloud: AWS / Azure</a:t>
            </a:r>
          </a:p>
          <a:p>
            <a:r>
              <a:rPr dirty="0"/>
              <a:t>QR Code: </a:t>
            </a:r>
            <a:r>
              <a:rPr dirty="0" err="1"/>
              <a:t>QRCode.react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82F88B-7A88-D9CA-2C7D-76F55C7CD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673" y="1211317"/>
            <a:ext cx="6894786" cy="55047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9536" y="-289034"/>
            <a:ext cx="7704667" cy="1266496"/>
          </a:xfrm>
        </p:spPr>
        <p:txBody>
          <a:bodyPr/>
          <a:lstStyle/>
          <a:p>
            <a:r>
              <a:rPr dirty="0"/>
              <a:t>Slide 6: Screenshots of the Project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CBCC29-E8E8-D03A-4567-265E7CDEE9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7853" y="633244"/>
            <a:ext cx="4295333" cy="2956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E20D1F-137A-5B3F-0BE5-2907C046BF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42" t="4777" r="9139" b="8311"/>
          <a:stretch>
            <a:fillRect/>
          </a:stretch>
        </p:blipFill>
        <p:spPr>
          <a:xfrm>
            <a:off x="5759669" y="1011617"/>
            <a:ext cx="3226678" cy="40569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920D4B-D7A8-1EBC-F449-6F92D787B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691" y="3700949"/>
            <a:ext cx="4289495" cy="27353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1B5D15-E7A8-9714-F237-9E46B5766B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71" t="13549" r="7216" b="8604"/>
          <a:stretch>
            <a:fillRect/>
          </a:stretch>
        </p:blipFill>
        <p:spPr>
          <a:xfrm>
            <a:off x="840828" y="1258614"/>
            <a:ext cx="2403605" cy="43407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00A6AB-8F17-4542-3E9C-2E8B910115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89" t="2453" r="10565" b="50000"/>
          <a:stretch>
            <a:fillRect/>
          </a:stretch>
        </p:blipFill>
        <p:spPr>
          <a:xfrm>
            <a:off x="3363310" y="0"/>
            <a:ext cx="5707117" cy="32608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8E3DAB-4247-30B3-C3CD-BF386999C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225" y="3428999"/>
            <a:ext cx="5383288" cy="326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342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931FF3-0C37-2288-B04A-6A2C5E5519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53" t="18085" r="13843" b="5517"/>
          <a:stretch>
            <a:fillRect/>
          </a:stretch>
        </p:blipFill>
        <p:spPr>
          <a:xfrm>
            <a:off x="5055475" y="515007"/>
            <a:ext cx="3993932" cy="5665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74968B-BC1D-3A27-CBDE-82478EB650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28" t="8277" r="13108" b="16781"/>
          <a:stretch>
            <a:fillRect/>
          </a:stretch>
        </p:blipFill>
        <p:spPr>
          <a:xfrm>
            <a:off x="977460" y="0"/>
            <a:ext cx="3993932" cy="36996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230B4E-9AE6-B3CF-0E22-75B93499B2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22" r="54519" b="10269"/>
          <a:stretch>
            <a:fillRect/>
          </a:stretch>
        </p:blipFill>
        <p:spPr>
          <a:xfrm>
            <a:off x="1765735" y="3815255"/>
            <a:ext cx="3205657" cy="278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48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7EA516-8D66-799B-38C4-50A5AC539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20" y="89116"/>
            <a:ext cx="6968359" cy="34949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4AF1A9-D23A-F025-8BA7-C014698ADD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4" r="11493" b="6937"/>
          <a:stretch>
            <a:fillRect/>
          </a:stretch>
        </p:blipFill>
        <p:spPr>
          <a:xfrm>
            <a:off x="2427889" y="3730950"/>
            <a:ext cx="6836980" cy="31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05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298" y="-47296"/>
            <a:ext cx="7704667" cy="793530"/>
          </a:xfrm>
        </p:spPr>
        <p:txBody>
          <a:bodyPr/>
          <a:lstStyle/>
          <a:p>
            <a:r>
              <a:rPr lang="en-IN" b="1" dirty="0"/>
              <a:t>Future Scope</a:t>
            </a:r>
            <a:endParaRPr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BDFDA3-C879-25D1-46A5-83775C204D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119113"/>
              </p:ext>
            </p:extLst>
          </p:nvPr>
        </p:nvGraphicFramePr>
        <p:xfrm>
          <a:off x="1445172" y="1228205"/>
          <a:ext cx="7409793" cy="4800983"/>
        </p:xfrm>
        <a:graphic>
          <a:graphicData uri="http://schemas.openxmlformats.org/drawingml/2006/table">
            <a:tbl>
              <a:tblPr/>
              <a:tblGrid>
                <a:gridCol w="2554133">
                  <a:extLst>
                    <a:ext uri="{9D8B030D-6E8A-4147-A177-3AD203B41FA5}">
                      <a16:colId xmlns:a16="http://schemas.microsoft.com/office/drawing/2014/main" val="2325030906"/>
                    </a:ext>
                  </a:extLst>
                </a:gridCol>
                <a:gridCol w="2554133">
                  <a:extLst>
                    <a:ext uri="{9D8B030D-6E8A-4147-A177-3AD203B41FA5}">
                      <a16:colId xmlns:a16="http://schemas.microsoft.com/office/drawing/2014/main" val="701353557"/>
                    </a:ext>
                  </a:extLst>
                </a:gridCol>
                <a:gridCol w="2301527">
                  <a:extLst>
                    <a:ext uri="{9D8B030D-6E8A-4147-A177-3AD203B41FA5}">
                      <a16:colId xmlns:a16="http://schemas.microsoft.com/office/drawing/2014/main" val="2994970604"/>
                    </a:ext>
                  </a:extLst>
                </a:gridCol>
              </a:tblGrid>
              <a:tr h="46778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Category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264" marR="64080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Enhancement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264" marR="64080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Core Focus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264" marR="51264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442262"/>
                  </a:ext>
                </a:extLst>
              </a:tr>
              <a:tr h="9109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Prediction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264" marR="64080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AI occupancy forecasting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264" marR="64080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 historical data to predict future availability.</a:t>
                      </a:r>
                    </a:p>
                  </a:txBody>
                  <a:tcPr marL="51264" marR="51264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123236"/>
                  </a:ext>
                </a:extLst>
              </a:tr>
              <a:tr h="9109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Scale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264" marR="64080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Multi-city expansion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264" marR="64080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Roll out the system beyond the pilot region.</a:t>
                      </a:r>
                    </a:p>
                  </a:txBody>
                  <a:tcPr marL="51264" marR="51264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505087"/>
                  </a:ext>
                </a:extLst>
              </a:tr>
              <a:tr h="9109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Automation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264" marR="64080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Lidar/IoT sensor integration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264" marR="64080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Fully automated, hardware-based spot detection.</a:t>
                      </a:r>
                    </a:p>
                  </a:txBody>
                  <a:tcPr marL="51264" marR="51264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851451"/>
                  </a:ext>
                </a:extLst>
              </a:tr>
              <a:tr h="6893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E-Mobility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264" marR="64080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EV charger locator/booking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264" marR="64080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Integrate with electric vehicle infrastructure.</a:t>
                      </a:r>
                    </a:p>
                  </a:txBody>
                  <a:tcPr marL="51264" marR="51264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583502"/>
                  </a:ext>
                </a:extLst>
              </a:tr>
              <a:tr h="9109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Retention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264" marR="64080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User loyalty program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264" marR="64080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Gamify frequent parking with rewards/discounts.</a:t>
                      </a:r>
                    </a:p>
                  </a:txBody>
                  <a:tcPr marL="51264" marR="51264" marT="85440" marB="85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9718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2B9F8A1-02D0-0AFD-F110-0A22A7BEC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8593" y="798786"/>
            <a:ext cx="6900041" cy="5905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err="1"/>
              <a:t>ParkZen</a:t>
            </a:r>
            <a:r>
              <a:rPr lang="en-US" sz="3200" b="1" dirty="0"/>
              <a:t>: Smart. Seamless. Scalable.</a:t>
            </a:r>
          </a:p>
          <a:p>
            <a:r>
              <a:rPr lang="en-US" b="1" dirty="0"/>
              <a:t>Urban Solution:</a:t>
            </a:r>
            <a:r>
              <a:rPr lang="en-US" dirty="0"/>
              <a:t> Tackling modern parking challenges with an intuitive, end-to-end digital platform.</a:t>
            </a:r>
          </a:p>
          <a:p>
            <a:r>
              <a:rPr lang="en-US" b="1" dirty="0"/>
              <a:t>User Centric:</a:t>
            </a:r>
            <a:r>
              <a:rPr lang="en-US" dirty="0"/>
              <a:t> Eliminating the stress of searching for spots through real-time availability and 1-tap booking.</a:t>
            </a:r>
          </a:p>
          <a:p>
            <a:r>
              <a:rPr lang="en-US" b="1" dirty="0"/>
              <a:t>Owner Empowered:</a:t>
            </a:r>
            <a:r>
              <a:rPr lang="en-US" dirty="0"/>
              <a:t> Transforming parking lots into data-driven assets with advanced analytics and management tools.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16" y="136633"/>
            <a:ext cx="7704667" cy="1311167"/>
          </a:xfrm>
        </p:spPr>
        <p:txBody>
          <a:bodyPr/>
          <a:lstStyle/>
          <a:p>
            <a:r>
              <a:rPr b="1" dirty="0"/>
              <a:t>Thank You</a:t>
            </a:r>
            <a:r>
              <a:rPr lang="en-US" b="1" dirty="0"/>
              <a:t>!!</a:t>
            </a:r>
            <a:endParaRPr b="1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568CB37-ABF4-FD5D-821F-A435DEC9A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2499" y="792216"/>
            <a:ext cx="5372100" cy="4210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A00560-3157-522B-4394-E8665F3114AB}"/>
              </a:ext>
            </a:extLst>
          </p:cNvPr>
          <p:cNvSpPr txBox="1"/>
          <p:nvPr/>
        </p:nvSpPr>
        <p:spPr>
          <a:xfrm>
            <a:off x="1240221" y="4359900"/>
            <a:ext cx="73257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https://github.com/chandanavadathala/ParkZen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789</TotalTime>
  <Words>296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Corbel</vt:lpstr>
      <vt:lpstr>Google Sans Text</vt:lpstr>
      <vt:lpstr>Parallax</vt:lpstr>
      <vt:lpstr>PowerPoint Presentation</vt:lpstr>
      <vt:lpstr>Meet the Team</vt:lpstr>
      <vt:lpstr>The Mission of ParkZen</vt:lpstr>
      <vt:lpstr>PowerPoint Presentation</vt:lpstr>
      <vt:lpstr>Our Technology Stack</vt:lpstr>
      <vt:lpstr>Slide 6: Screenshots of the Project</vt:lpstr>
      <vt:lpstr>PowerPoint Presentation</vt:lpstr>
      <vt:lpstr>PowerPoint Presentation</vt:lpstr>
      <vt:lpstr>PowerPoint Presentation</vt:lpstr>
      <vt:lpstr>Future Scope</vt:lpstr>
      <vt:lpstr>PowerPoint Presentation</vt:lpstr>
      <vt:lpstr>Thank You!!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Chandana Vadathala</cp:lastModifiedBy>
  <cp:revision>1</cp:revision>
  <dcterms:created xsi:type="dcterms:W3CDTF">2013-01-27T09:14:16Z</dcterms:created>
  <dcterms:modified xsi:type="dcterms:W3CDTF">2026-03-15T04:17:58Z</dcterms:modified>
  <cp:category/>
</cp:coreProperties>
</file>