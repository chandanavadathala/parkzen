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Project Name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ParkZen – Smart Parking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Team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Vadathala Chandana – Frontend (React.js, Tailwind CSS)</a:t>
            </a:r>
          </a:p>
          <a:p>
            <a:r>
              <a:t>Tavishi – Backend (Spring Boot)</a:t>
            </a:r>
          </a:p>
          <a:p>
            <a:r>
              <a:t>Shekhar Shelke – Backend / System Development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3: Objective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Reduce time spent searching for parking</a:t>
            </a:r>
          </a:p>
          <a:p>
            <a:r>
              <a:t>• Provide real-time parking slot availability</a:t>
            </a:r>
          </a:p>
          <a:p>
            <a:r>
              <a:t>• Enable easy booking and secure payments</a:t>
            </a:r>
          </a:p>
          <a:p>
            <a:r>
              <a:t>• Improve parking management for owners</a:t>
            </a:r>
          </a:p>
          <a:p>
            <a:r>
              <a:t>• Reduce traffic congestion in urban areas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4: Architecture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App (React.js) → API (Spring Boot) → Database (MySQL)</a:t>
            </a:r>
          </a:p>
          <a:p>
            <a:r>
              <a:t>Google Maps API for navigation</a:t>
            </a:r>
          </a:p>
          <a:p>
            <a:r>
              <a:t>QR Code system for entry and exit</a:t>
            </a:r>
          </a:p>
          <a:p>
            <a:r>
              <a:t>Cloud hosting on AWS/Azure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5: 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React.js, Tailwind CSS</a:t>
            </a:r>
          </a:p>
          <a:p>
            <a:r>
              <a:t>Backend: Spring Boot</a:t>
            </a:r>
          </a:p>
          <a:p>
            <a:r>
              <a:t>Database: MySQL</a:t>
            </a:r>
          </a:p>
          <a:p>
            <a:r>
              <a:t>Maps: Google Maps API</a:t>
            </a:r>
          </a:p>
          <a:p>
            <a:r>
              <a:t>Cloud: AWS / Azure</a:t>
            </a:r>
          </a:p>
          <a:p>
            <a:r>
              <a:t>QR Code: QRCode.react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6: Screenshots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screenshots of:</a:t>
            </a:r>
          </a:p>
          <a:p>
            <a:r>
              <a:t>• User login/signup page</a:t>
            </a:r>
          </a:p>
          <a:p>
            <a:r>
              <a:t>• Parking search page</a:t>
            </a:r>
          </a:p>
          <a:p>
            <a:r>
              <a:t>• Slot booking page</a:t>
            </a:r>
          </a:p>
          <a:p>
            <a:r>
              <a:t>• Owner dashboard</a:t>
            </a:r>
          </a:p>
          <a:p>
            <a:r>
              <a:t>• Admin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Feature Enhancement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AI-based parking prediction</a:t>
            </a:r>
          </a:p>
          <a:p>
            <a:r>
              <a:t>• Multi-city deployment</a:t>
            </a:r>
          </a:p>
          <a:p>
            <a:r>
              <a:t>• Smart sensor integration for automatic slot detection</a:t>
            </a:r>
          </a:p>
          <a:p>
            <a:r>
              <a:t>• EV charging station integration</a:t>
            </a:r>
          </a:p>
          <a:p>
            <a:r>
              <a:t>• Loyalty rewards for frequent users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ParkZen provides a smart solution for parking challenges in urban areas.</a:t>
            </a:r>
          </a:p>
          <a:p>
            <a:r>
              <a:t>It helps users find parking easily while enabling owners to manage parking spaces efficiently with real-time data and analytics.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9: 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Thank you for your time.</a:t>
            </a:r>
          </a:p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